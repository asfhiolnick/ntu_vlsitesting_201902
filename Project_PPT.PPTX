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4"/>
  </p:notesMasterIdLst>
  <p:sldIdLst>
    <p:sldId id="256" r:id="rId2"/>
    <p:sldId id="259" r:id="rId3"/>
    <p:sldId id="263" r:id="rId4"/>
    <p:sldId id="257" r:id="rId5"/>
    <p:sldId id="264" r:id="rId6"/>
    <p:sldId id="261" r:id="rId7"/>
    <p:sldId id="265" r:id="rId8"/>
    <p:sldId id="262" r:id="rId9"/>
    <p:sldId id="266" r:id="rId10"/>
    <p:sldId id="258" r:id="rId11"/>
    <p:sldId id="267" r:id="rId12"/>
    <p:sldId id="268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E8E30-7F62-47A5-98C0-E1BEA9083D7D}" type="datetimeFigureOut">
              <a:rPr lang="zh-TW" altLang="en-US" smtClean="0"/>
              <a:pPr/>
              <a:t>2020/6/6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9D0AC-90B0-4239-B741-09B8D20F902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25A265CA-B62B-402D-982D-D250049E3762}" type="datetime1">
              <a:rPr lang="zh-TW" altLang="en-US" smtClean="0"/>
              <a:pPr/>
              <a:t>2020/6/6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C8CEC-B2A5-4569-9D6D-F9C10DBCEC33}" type="datetime1">
              <a:rPr lang="zh-TW" altLang="en-US" smtClean="0"/>
              <a:pPr/>
              <a:t>2020/6/6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AA5A-226F-4EC9-A0EC-69132DCF05E1}" type="datetime1">
              <a:rPr lang="zh-TW" altLang="en-US" smtClean="0"/>
              <a:pPr/>
              <a:t>2020/6/6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3B62-A430-4619-AAAA-F0E02CD81A17}" type="datetime1">
              <a:rPr lang="zh-TW" altLang="en-US" smtClean="0"/>
              <a:pPr/>
              <a:t>2020/6/6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B54CF8F-AE6C-47CC-85E0-034C1D704766}" type="datetime1">
              <a:rPr lang="zh-TW" altLang="en-US" smtClean="0"/>
              <a:pPr/>
              <a:t>2020/6/6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005CA8F2-BAA0-4637-AA16-3AB93500BDFA}" type="datetime1">
              <a:rPr lang="zh-TW" altLang="en-US" smtClean="0"/>
              <a:pPr/>
              <a:t>2020/6/6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F0912-46D4-4AF2-BECB-EC689651B4C7}" type="datetime1">
              <a:rPr lang="zh-TW" altLang="en-US" smtClean="0"/>
              <a:pPr/>
              <a:t>2020/6/6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8106F-47D0-47D6-9730-F624B5EB6D3B}" type="datetime1">
              <a:rPr lang="zh-TW" altLang="en-US" smtClean="0"/>
              <a:pPr/>
              <a:t>2020/6/6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D62C-8864-4580-93AB-0A3AA930B987}" type="datetime1">
              <a:rPr lang="zh-TW" altLang="en-US" smtClean="0"/>
              <a:pPr/>
              <a:t>2020/6/6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4E0D-1662-4FD9-8DEC-AE9AFCEF7631}" type="datetime1">
              <a:rPr lang="zh-TW" altLang="en-US" smtClean="0"/>
              <a:pPr/>
              <a:t>2020/6/6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AC9B-9B43-4DF1-AE12-A9F72160E91D}" type="datetime1">
              <a:rPr lang="zh-TW" altLang="en-US" smtClean="0"/>
              <a:pPr/>
              <a:t>2020/6/6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06725EC4-38BA-4AE0-AF0B-7C5C8B928EE4}" type="datetime1">
              <a:rPr lang="zh-TW" altLang="en-US" smtClean="0"/>
              <a:pPr/>
              <a:t>2020/6/6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908721"/>
            <a:ext cx="7772400" cy="2691730"/>
          </a:xfrm>
        </p:spPr>
        <p:txBody>
          <a:bodyPr/>
          <a:lstStyle/>
          <a:p>
            <a:r>
              <a:rPr lang="en-US" altLang="zh-TW" dirty="0" smtClean="0"/>
              <a:t>Final-</a:t>
            </a:r>
            <a:r>
              <a:rPr lang="en-US" altLang="zh-TW" dirty="0" err="1" smtClean="0"/>
              <a:t>Porject</a:t>
            </a:r>
            <a:r>
              <a:rPr lang="en-US" altLang="zh-TW" dirty="0" smtClean="0"/>
              <a:t>-Report</a:t>
            </a:r>
            <a:br>
              <a:rPr lang="en-US" altLang="zh-TW" dirty="0" smtClean="0"/>
            </a:br>
            <a:r>
              <a:rPr lang="en-US" altLang="zh-TW" sz="2800" dirty="0" smtClean="0"/>
              <a:t>N-detect TDF ATPG and Compression</a:t>
            </a:r>
            <a:endParaRPr lang="zh-TW" altLang="en-US" sz="2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6059016" cy="1752600"/>
          </a:xfrm>
        </p:spPr>
        <p:txBody>
          <a:bodyPr>
            <a:normAutofit fontScale="92500"/>
          </a:bodyPr>
          <a:lstStyle/>
          <a:p>
            <a:pPr algn="l"/>
            <a:r>
              <a:rPr lang="en-US" altLang="zh-TW" dirty="0" smtClean="0"/>
              <a:t>Group 10</a:t>
            </a:r>
          </a:p>
          <a:p>
            <a:pPr algn="l"/>
            <a:r>
              <a:rPr lang="en-US" altLang="zh-TW" dirty="0" smtClean="0"/>
              <a:t>Part1: R08921053 </a:t>
            </a:r>
            <a:r>
              <a:rPr lang="zh-TW" altLang="en-US" dirty="0" smtClean="0"/>
              <a:t>電機研一 梁峻瑋</a:t>
            </a:r>
            <a:endParaRPr lang="en-US" altLang="zh-TW" dirty="0" smtClean="0"/>
          </a:p>
          <a:p>
            <a:pPr algn="l"/>
            <a:r>
              <a:rPr lang="en-US" altLang="zh-TW" dirty="0" smtClean="0"/>
              <a:t>Part2: D08943013</a:t>
            </a:r>
            <a:r>
              <a:rPr lang="zh-TW" altLang="en-US" dirty="0" smtClean="0"/>
              <a:t> 電子博一 </a:t>
            </a:r>
            <a:r>
              <a:rPr lang="en-US" altLang="zh-TW" dirty="0" err="1" smtClean="0"/>
              <a:t>Utkarsh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Kathuria</a:t>
            </a:r>
            <a:endParaRPr lang="en-US" altLang="zh-TW" dirty="0" smtClean="0"/>
          </a:p>
          <a:p>
            <a:pPr algn="l"/>
            <a:r>
              <a:rPr lang="en-US" altLang="zh-TW" dirty="0" smtClean="0"/>
              <a:t>Part3:</a:t>
            </a:r>
            <a:r>
              <a:rPr lang="zh-TW" altLang="en-US" dirty="0" smtClean="0"/>
              <a:t> </a:t>
            </a:r>
            <a:r>
              <a:rPr lang="en-US" altLang="zh-TW" dirty="0" smtClean="0"/>
              <a:t>R08921106</a:t>
            </a:r>
            <a:r>
              <a:rPr lang="zh-TW" altLang="en-US" dirty="0" smtClean="0"/>
              <a:t> 電機研一 劉邦佐</a:t>
            </a:r>
            <a:endParaRPr lang="en-US" altLang="zh-TW" dirty="0" smtClean="0"/>
          </a:p>
          <a:p>
            <a:pPr algn="l"/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6444208" y="4221088"/>
            <a:ext cx="2376264" cy="576064"/>
          </a:xfrm>
        </p:spPr>
        <p:txBody>
          <a:bodyPr/>
          <a:lstStyle/>
          <a:p>
            <a:r>
              <a:rPr lang="en-US" altLang="zh-TW" sz="2000" dirty="0" smtClean="0"/>
              <a:t>Testing Group </a:t>
            </a:r>
            <a:r>
              <a:rPr lang="en-US" altLang="zh-TW" sz="2400" dirty="0" smtClean="0"/>
              <a:t>10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u="heavy" dirty="0" smtClean="0">
                <a:uFill>
                  <a:solidFill>
                    <a:srgbClr val="FF0000"/>
                  </a:solidFill>
                </a:uFill>
              </a:rPr>
              <a:t>Part 1:</a:t>
            </a:r>
            <a:r>
              <a:rPr lang="zh-TW" altLang="en-US" u="heavy" dirty="0" smtClean="0">
                <a:uFill>
                  <a:solidFill>
                    <a:srgbClr val="FF0000"/>
                  </a:solidFill>
                </a:uFill>
              </a:rPr>
              <a:t> </a:t>
            </a:r>
            <a:r>
              <a:rPr lang="en-US" altLang="zh-TW" u="heavy" dirty="0" smtClean="0">
                <a:uFill>
                  <a:solidFill>
                    <a:srgbClr val="FF0000"/>
                  </a:solidFill>
                </a:uFill>
              </a:rPr>
              <a:t>New idea of TDF-ATPG</a:t>
            </a:r>
          </a:p>
          <a:p>
            <a:r>
              <a:rPr lang="en-US" altLang="zh-TW" dirty="0" smtClean="0"/>
              <a:t>Part 1: New idea of N-</a:t>
            </a:r>
            <a:r>
              <a:rPr lang="en-US" altLang="zh-TW" dirty="0" err="1" smtClean="0"/>
              <a:t>det</a:t>
            </a:r>
            <a:endParaRPr lang="en-US" altLang="zh-TW" dirty="0" smtClean="0"/>
          </a:p>
          <a:p>
            <a:r>
              <a:rPr lang="en-US" altLang="zh-TW" dirty="0" smtClean="0"/>
              <a:t>Part 1: Result before test compression</a:t>
            </a:r>
          </a:p>
          <a:p>
            <a:r>
              <a:rPr lang="en-US" altLang="zh-TW" dirty="0" smtClean="0"/>
              <a:t>Part 2</a:t>
            </a:r>
            <a:r>
              <a:rPr lang="en-US" altLang="zh-TW" dirty="0" smtClean="0"/>
              <a:t>:</a:t>
            </a:r>
          </a:p>
          <a:p>
            <a:r>
              <a:rPr lang="en-US" altLang="zh-TW" dirty="0" smtClean="0"/>
              <a:t>Part 2</a:t>
            </a:r>
            <a:r>
              <a:rPr lang="en-US" altLang="zh-TW" dirty="0" smtClean="0"/>
              <a:t>:</a:t>
            </a:r>
            <a:endParaRPr lang="en-US" altLang="zh-TW" dirty="0" smtClean="0"/>
          </a:p>
          <a:p>
            <a:r>
              <a:rPr lang="en-US" altLang="zh-TW" dirty="0" smtClean="0"/>
              <a:t>Part 3</a:t>
            </a:r>
            <a:r>
              <a:rPr lang="en-US" altLang="zh-TW" dirty="0" smtClean="0"/>
              <a:t>:</a:t>
            </a:r>
          </a:p>
          <a:p>
            <a:r>
              <a:rPr lang="en-US" altLang="zh-TW" dirty="0" smtClean="0"/>
              <a:t>Part 3:</a:t>
            </a:r>
          </a:p>
          <a:p>
            <a:endParaRPr lang="en-US" altLang="zh-TW" dirty="0" smtClean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New ideas: TDF-ATPG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Want to </a:t>
            </a:r>
            <a:r>
              <a:rPr lang="en-US" altLang="zh-TW" dirty="0" smtClean="0"/>
              <a:t>generate </a:t>
            </a:r>
            <a:r>
              <a:rPr lang="en-US" altLang="zh-TW" dirty="0" smtClean="0"/>
              <a:t>patterns</a:t>
            </a:r>
            <a:r>
              <a:rPr lang="en-US" altLang="zh-TW" dirty="0" smtClean="0"/>
              <a:t>=(V1, V2) for </a:t>
            </a:r>
            <a:r>
              <a:rPr lang="en-US" altLang="zh-TW" dirty="0" smtClean="0"/>
              <a:t>LOS.</a:t>
            </a:r>
            <a:endParaRPr lang="en-US" altLang="zh-TW" dirty="0" smtClean="0"/>
          </a:p>
          <a:p>
            <a:r>
              <a:rPr lang="en-US" altLang="zh-TW" dirty="0" smtClean="0"/>
              <a:t>This </a:t>
            </a:r>
            <a:r>
              <a:rPr lang="en-US" altLang="zh-TW" dirty="0" smtClean="0"/>
              <a:t>idea actually is from other </a:t>
            </a:r>
            <a:r>
              <a:rPr lang="en-US" altLang="zh-TW" dirty="0" smtClean="0"/>
              <a:t>group: </a:t>
            </a:r>
          </a:p>
          <a:p>
            <a:pPr>
              <a:buNone/>
            </a:pPr>
            <a:r>
              <a:rPr lang="en-US" altLang="zh-TW" dirty="0" smtClean="0"/>
              <a:t>“</a:t>
            </a:r>
            <a:r>
              <a:rPr lang="en-US" altLang="zh-TW" u="heavy" dirty="0" smtClean="0">
                <a:uFill>
                  <a:solidFill>
                    <a:srgbClr val="002060"/>
                  </a:solidFill>
                </a:uFill>
              </a:rPr>
              <a:t>						</a:t>
            </a:r>
            <a:endParaRPr lang="en-US" altLang="zh-TW" u="heavy" dirty="0" smtClean="0">
              <a:uFill>
                <a:solidFill>
                  <a:srgbClr val="002060"/>
                </a:solidFill>
              </a:uFill>
            </a:endParaRPr>
          </a:p>
          <a:p>
            <a:pPr>
              <a:buNone/>
            </a:pPr>
            <a:r>
              <a:rPr lang="en-US" altLang="zh-TW" dirty="0" smtClean="0"/>
              <a:t>				</a:t>
            </a:r>
            <a:r>
              <a:rPr lang="en-US" altLang="zh-TW" u="heavy" dirty="0" smtClean="0">
                <a:uFill>
                  <a:solidFill>
                    <a:srgbClr val="002060"/>
                  </a:solidFill>
                </a:uFill>
              </a:rPr>
              <a:t>					      </a:t>
            </a:r>
            <a:r>
              <a:rPr lang="en-US" altLang="zh-TW" dirty="0" smtClean="0"/>
              <a:t>”</a:t>
            </a:r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r>
              <a:rPr lang="en-US" altLang="zh-TW" dirty="0" smtClean="0"/>
              <a:t>A little bit lazy, but easy and fast.</a:t>
            </a:r>
            <a:endParaRPr lang="en-US" altLang="zh-TW" dirty="0" smtClean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New ideas: TDF-ATPG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Want to </a:t>
            </a:r>
            <a:r>
              <a:rPr lang="en-US" altLang="zh-TW" dirty="0" smtClean="0"/>
              <a:t>generate </a:t>
            </a:r>
            <a:r>
              <a:rPr lang="en-US" altLang="zh-TW" dirty="0" smtClean="0"/>
              <a:t>patterns</a:t>
            </a:r>
            <a:r>
              <a:rPr lang="en-US" altLang="zh-TW" dirty="0" smtClean="0"/>
              <a:t>=(V1, V2) for </a:t>
            </a:r>
            <a:r>
              <a:rPr lang="en-US" altLang="zh-TW" dirty="0" smtClean="0"/>
              <a:t>LOS.</a:t>
            </a:r>
            <a:endParaRPr lang="en-US" altLang="zh-TW" dirty="0" smtClean="0"/>
          </a:p>
          <a:p>
            <a:r>
              <a:rPr lang="en-US" altLang="zh-TW" dirty="0" smtClean="0"/>
              <a:t>This </a:t>
            </a:r>
            <a:r>
              <a:rPr lang="en-US" altLang="zh-TW" dirty="0" smtClean="0"/>
              <a:t>idea actually is from other </a:t>
            </a:r>
            <a:r>
              <a:rPr lang="en-US" altLang="zh-TW" dirty="0" smtClean="0"/>
              <a:t>group: </a:t>
            </a:r>
          </a:p>
          <a:p>
            <a:pPr>
              <a:buNone/>
            </a:pPr>
            <a:r>
              <a:rPr lang="en-US" altLang="zh-TW" dirty="0" smtClean="0"/>
              <a:t>“</a:t>
            </a:r>
            <a:r>
              <a:rPr lang="en-US" altLang="zh-TW" u="heavy" dirty="0" smtClean="0">
                <a:solidFill>
                  <a:srgbClr val="002060"/>
                </a:solidFill>
              </a:rPr>
              <a:t>Use PODEM to get V2 first. </a:t>
            </a:r>
          </a:p>
          <a:p>
            <a:pPr>
              <a:buNone/>
            </a:pPr>
            <a:r>
              <a:rPr lang="en-US" altLang="zh-TW" dirty="0" smtClean="0">
                <a:solidFill>
                  <a:srgbClr val="002060"/>
                </a:solidFill>
              </a:rPr>
              <a:t>                        </a:t>
            </a:r>
            <a:r>
              <a:rPr lang="en-US" altLang="zh-TW" dirty="0" smtClean="0">
                <a:solidFill>
                  <a:srgbClr val="002060"/>
                </a:solidFill>
              </a:rPr>
              <a:t>  </a:t>
            </a:r>
            <a:r>
              <a:rPr lang="en-US" altLang="zh-TW" u="heavy" dirty="0" smtClean="0">
                <a:solidFill>
                  <a:srgbClr val="002060"/>
                </a:solidFill>
              </a:rPr>
              <a:t>Then </a:t>
            </a:r>
            <a:r>
              <a:rPr lang="en-US" altLang="zh-TW" u="heavy" dirty="0" smtClean="0">
                <a:solidFill>
                  <a:srgbClr val="002060"/>
                </a:solidFill>
              </a:rPr>
              <a:t>shift 1 bit with 0/1 to </a:t>
            </a:r>
            <a:r>
              <a:rPr lang="en-US" altLang="zh-TW" u="heavy" dirty="0" smtClean="0">
                <a:solidFill>
                  <a:srgbClr val="002060"/>
                </a:solidFill>
              </a:rPr>
              <a:t>try </a:t>
            </a:r>
            <a:r>
              <a:rPr lang="en-US" altLang="zh-TW" u="heavy" dirty="0" smtClean="0">
                <a:solidFill>
                  <a:srgbClr val="002060"/>
                </a:solidFill>
              </a:rPr>
              <a:t>V1</a:t>
            </a:r>
            <a:r>
              <a:rPr lang="en-US" altLang="zh-TW" dirty="0" smtClean="0">
                <a:solidFill>
                  <a:srgbClr val="002060"/>
                </a:solidFill>
              </a:rPr>
              <a:t>.</a:t>
            </a:r>
            <a:r>
              <a:rPr lang="en-US" altLang="zh-TW" dirty="0" smtClean="0"/>
              <a:t>”</a:t>
            </a:r>
          </a:p>
          <a:p>
            <a:pPr>
              <a:buNone/>
            </a:pPr>
            <a:endParaRPr lang="en-US" altLang="zh-TW" dirty="0" smtClean="0"/>
          </a:p>
          <a:p>
            <a:r>
              <a:rPr lang="en-US" altLang="zh-TW" dirty="0" smtClean="0"/>
              <a:t>A little bit lazy, but easy and fast.</a:t>
            </a:r>
            <a:endParaRPr lang="en-US" altLang="zh-TW" dirty="0" smtClean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uFill>
                  <a:solidFill>
                    <a:srgbClr val="FF0000"/>
                  </a:solidFill>
                </a:uFill>
              </a:rPr>
              <a:t>Part 1:</a:t>
            </a:r>
            <a:r>
              <a:rPr lang="zh-TW" altLang="en-US" dirty="0" smtClean="0">
                <a:uFill>
                  <a:solidFill>
                    <a:srgbClr val="FF0000"/>
                  </a:solidFill>
                </a:uFill>
              </a:rPr>
              <a:t> </a:t>
            </a:r>
            <a:r>
              <a:rPr lang="en-US" altLang="zh-TW" dirty="0" smtClean="0">
                <a:uFill>
                  <a:solidFill>
                    <a:srgbClr val="FF0000"/>
                  </a:solidFill>
                </a:uFill>
              </a:rPr>
              <a:t>New idea of TDF-ATPG</a:t>
            </a:r>
          </a:p>
          <a:p>
            <a:r>
              <a:rPr lang="en-US" altLang="zh-TW" u="heavy" dirty="0" smtClean="0">
                <a:uFill>
                  <a:solidFill>
                    <a:srgbClr val="FF0000"/>
                  </a:solidFill>
                </a:uFill>
              </a:rPr>
              <a:t>Part 1: New idea of N-</a:t>
            </a:r>
            <a:r>
              <a:rPr lang="en-US" altLang="zh-TW" u="heavy" dirty="0" err="1" smtClean="0">
                <a:uFill>
                  <a:solidFill>
                    <a:srgbClr val="FF0000"/>
                  </a:solidFill>
                </a:uFill>
              </a:rPr>
              <a:t>det</a:t>
            </a:r>
            <a:endParaRPr lang="en-US" altLang="zh-TW" u="heavy" dirty="0" smtClean="0">
              <a:uFill>
                <a:solidFill>
                  <a:srgbClr val="FF0000"/>
                </a:solidFill>
              </a:uFill>
            </a:endParaRPr>
          </a:p>
          <a:p>
            <a:r>
              <a:rPr lang="en-US" altLang="zh-TW" dirty="0" smtClean="0"/>
              <a:t>Part 1: Result before test compression</a:t>
            </a:r>
          </a:p>
          <a:p>
            <a:r>
              <a:rPr lang="en-US" altLang="zh-TW" dirty="0" smtClean="0"/>
              <a:t>Part 2</a:t>
            </a:r>
            <a:r>
              <a:rPr lang="en-US" altLang="zh-TW" dirty="0" smtClean="0"/>
              <a:t>:</a:t>
            </a:r>
          </a:p>
          <a:p>
            <a:r>
              <a:rPr lang="en-US" altLang="zh-TW" dirty="0" smtClean="0"/>
              <a:t>Part 2</a:t>
            </a:r>
            <a:r>
              <a:rPr lang="en-US" altLang="zh-TW" dirty="0" smtClean="0"/>
              <a:t>:</a:t>
            </a:r>
            <a:endParaRPr lang="en-US" altLang="zh-TW" dirty="0" smtClean="0"/>
          </a:p>
          <a:p>
            <a:r>
              <a:rPr lang="en-US" altLang="zh-TW" dirty="0" smtClean="0"/>
              <a:t>Part 3</a:t>
            </a:r>
            <a:r>
              <a:rPr lang="en-US" altLang="zh-TW" dirty="0" smtClean="0"/>
              <a:t>:</a:t>
            </a:r>
          </a:p>
          <a:p>
            <a:r>
              <a:rPr lang="en-US" altLang="zh-TW" dirty="0" smtClean="0"/>
              <a:t>Part 3:</a:t>
            </a:r>
          </a:p>
          <a:p>
            <a:endParaRPr lang="en-US" altLang="zh-TW" dirty="0" smtClean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New idea: </a:t>
            </a:r>
            <a:r>
              <a:rPr lang="en-US" altLang="zh-TW" dirty="0" smtClean="0"/>
              <a:t>N-</a:t>
            </a:r>
            <a:r>
              <a:rPr lang="en-US" altLang="zh-TW" dirty="0" err="1" smtClean="0"/>
              <a:t>det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Paper: </a:t>
            </a:r>
            <a:r>
              <a:rPr lang="en-US" altLang="zh-TW" dirty="0" smtClean="0"/>
              <a:t>R</a:t>
            </a:r>
            <a:r>
              <a:rPr lang="en-US" altLang="zh-TW" dirty="0" smtClean="0"/>
              <a:t>un </a:t>
            </a:r>
            <a:r>
              <a:rPr lang="en-US" altLang="zh-TW" dirty="0" smtClean="0"/>
              <a:t>N-1 </a:t>
            </a:r>
            <a:r>
              <a:rPr lang="en-US" altLang="zh-TW" dirty="0" smtClean="0"/>
              <a:t>iterations, each iteration</a:t>
            </a:r>
            <a:r>
              <a:rPr lang="en-US" altLang="zh-TW" dirty="0" smtClean="0"/>
              <a:t>: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- 1 </a:t>
            </a:r>
            <a:r>
              <a:rPr lang="en-US" altLang="zh-TW" dirty="0" err="1" smtClean="0"/>
              <a:t>tdf</a:t>
            </a:r>
            <a:r>
              <a:rPr lang="en-US" altLang="zh-TW" dirty="0" smtClean="0"/>
              <a:t>-</a:t>
            </a:r>
            <a:r>
              <a:rPr lang="en-US" altLang="zh-TW" dirty="0" err="1" smtClean="0"/>
              <a:t>sim</a:t>
            </a:r>
            <a:r>
              <a:rPr lang="en-US" altLang="zh-TW" dirty="0" smtClean="0"/>
              <a:t> with </a:t>
            </a:r>
            <a:r>
              <a:rPr lang="en-US" altLang="zh-TW" dirty="0" smtClean="0"/>
              <a:t>T1</a:t>
            </a:r>
            <a:r>
              <a:rPr lang="en-US" altLang="zh-TW" dirty="0" smtClean="0"/>
              <a:t>, T2, …, </a:t>
            </a:r>
            <a:r>
              <a:rPr lang="en-US" altLang="zh-TW" dirty="0" err="1" smtClean="0"/>
              <a:t>Tk</a:t>
            </a:r>
            <a:r>
              <a:rPr lang="en-US" altLang="zh-TW" dirty="0" smtClean="0"/>
              <a:t> on </a:t>
            </a:r>
            <a:r>
              <a:rPr lang="en-US" altLang="zh-TW" dirty="0" smtClean="0"/>
              <a:t>TFMD</a:t>
            </a:r>
            <a:r>
              <a:rPr lang="en-US" altLang="zh-TW" dirty="0" smtClean="0"/>
              <a:t>-</a:t>
            </a:r>
            <a:r>
              <a:rPr lang="en-US" altLang="zh-TW" dirty="0" smtClean="0"/>
              <a:t>container.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- 1 </a:t>
            </a:r>
            <a:r>
              <a:rPr lang="en-US" altLang="zh-TW" dirty="0" smtClean="0"/>
              <a:t>ATPG on </a:t>
            </a:r>
            <a:r>
              <a:rPr lang="en-US" altLang="zh-TW" dirty="0" err="1" smtClean="0"/>
              <a:t>Fk</a:t>
            </a:r>
            <a:r>
              <a:rPr lang="en-US" altLang="zh-TW" dirty="0" smtClean="0"/>
              <a:t>-container.</a:t>
            </a:r>
          </a:p>
          <a:p>
            <a:pPr>
              <a:buNone/>
            </a:pPr>
            <a:endParaRPr lang="en-US" altLang="zh-TW" dirty="0" smtClean="0"/>
          </a:p>
          <a:p>
            <a:r>
              <a:rPr lang="en-US" altLang="zh-TW" dirty="0" err="1" smtClean="0"/>
              <a:t>Tdf</a:t>
            </a:r>
            <a:r>
              <a:rPr lang="en-US" altLang="zh-TW" dirty="0" smtClean="0"/>
              <a:t>-simulation’s work </a:t>
            </a:r>
            <a:r>
              <a:rPr lang="en-US" altLang="zh-TW" dirty="0" smtClean="0"/>
              <a:t>is not so </a:t>
            </a:r>
            <a:r>
              <a:rPr lang="en-US" altLang="zh-TW" dirty="0" smtClean="0"/>
              <a:t>efficient! </a:t>
            </a:r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New idea: N-</a:t>
            </a:r>
            <a:r>
              <a:rPr lang="en-US" altLang="zh-TW" dirty="0" err="1" smtClean="0"/>
              <a:t>det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How about: 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“</a:t>
            </a:r>
            <a:r>
              <a:rPr lang="en-US" altLang="zh-TW" sz="3100" u="heavy" dirty="0" smtClean="0">
                <a:uFill>
                  <a:solidFill>
                    <a:srgbClr val="00B050"/>
                  </a:solidFill>
                </a:uFill>
              </a:rPr>
              <a:t>	</a:t>
            </a:r>
            <a:r>
              <a:rPr lang="en-US" altLang="zh-TW" sz="3100" u="heavy" dirty="0" smtClean="0">
                <a:uFill>
                  <a:solidFill>
                    <a:srgbClr val="00B050"/>
                  </a:solidFill>
                </a:uFill>
              </a:rPr>
              <a:t>								</a:t>
            </a:r>
            <a:r>
              <a:rPr lang="zh-TW" altLang="en-US" sz="3100" u="heavy" dirty="0" smtClean="0">
                <a:uFill>
                  <a:solidFill>
                    <a:srgbClr val="00B050"/>
                  </a:solidFill>
                </a:uFill>
              </a:rPr>
              <a:t>       </a:t>
            </a:r>
            <a:r>
              <a:rPr lang="en-US" altLang="zh-TW" sz="3100" dirty="0" smtClean="0"/>
              <a:t>”</a:t>
            </a:r>
          </a:p>
          <a:p>
            <a:pPr>
              <a:buNone/>
            </a:pPr>
            <a:r>
              <a:rPr lang="en-US" altLang="zh-TW" dirty="0" smtClean="0"/>
              <a:t>“</a:t>
            </a:r>
            <a:r>
              <a:rPr lang="en-US" altLang="zh-TW" u="heavy" dirty="0" smtClean="0">
                <a:uFill>
                  <a:solidFill>
                    <a:srgbClr val="00B050"/>
                  </a:solidFill>
                </a:uFill>
              </a:rPr>
              <a:t>	</a:t>
            </a:r>
            <a:r>
              <a:rPr lang="en-US" altLang="zh-TW" u="heavy" dirty="0" smtClean="0">
                <a:uFill>
                  <a:solidFill>
                    <a:srgbClr val="00B050"/>
                  </a:solidFill>
                </a:uFill>
              </a:rPr>
              <a:t>						</a:t>
            </a:r>
            <a:r>
              <a:rPr lang="en-US" altLang="zh-TW" dirty="0" smtClean="0"/>
              <a:t>”</a:t>
            </a:r>
          </a:p>
          <a:p>
            <a:pPr>
              <a:buNone/>
            </a:pPr>
            <a:endParaRPr lang="en-US" altLang="zh-TW" dirty="0" smtClean="0"/>
          </a:p>
          <a:p>
            <a:r>
              <a:rPr lang="en-US" altLang="zh-TW" dirty="0" smtClean="0"/>
              <a:t>Maintain </a:t>
            </a:r>
            <a:r>
              <a:rPr lang="en-US" altLang="zh-TW" dirty="0" smtClean="0"/>
              <a:t>last round’s result to this round. </a:t>
            </a:r>
            <a:endParaRPr lang="en-US" altLang="zh-TW" dirty="0" smtClean="0"/>
          </a:p>
          <a:p>
            <a:r>
              <a:rPr lang="en-US" altLang="zh-TW" dirty="0" smtClean="0"/>
              <a:t>Copy </a:t>
            </a:r>
            <a:r>
              <a:rPr lang="en-US" altLang="zh-TW" dirty="0" smtClean="0"/>
              <a:t>fault’s </a:t>
            </a:r>
            <a:r>
              <a:rPr lang="en-US" altLang="zh-TW" dirty="0" smtClean="0"/>
              <a:t>information before </a:t>
            </a:r>
            <a:r>
              <a:rPr lang="en-US" altLang="zh-TW" dirty="0" smtClean="0"/>
              <a:t>perform ATPG</a:t>
            </a:r>
            <a:r>
              <a:rPr lang="en-US" altLang="zh-TW" dirty="0" smtClean="0"/>
              <a:t>.</a:t>
            </a:r>
            <a:endParaRPr lang="en-US" altLang="zh-TW" dirty="0" smtClean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New idea: N-</a:t>
            </a:r>
            <a:r>
              <a:rPr lang="en-US" altLang="zh-TW" dirty="0" err="1" smtClean="0"/>
              <a:t>det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How about: </a:t>
            </a:r>
            <a:endParaRPr lang="en-US" altLang="zh-TW" dirty="0" smtClean="0"/>
          </a:p>
          <a:p>
            <a:pPr>
              <a:buNone/>
            </a:pPr>
            <a:r>
              <a:rPr lang="en-US" altLang="zh-TW" sz="3000" dirty="0" smtClean="0"/>
              <a:t>“</a:t>
            </a:r>
            <a:r>
              <a:rPr lang="en-US" altLang="zh-TW" sz="3000" u="heavy" dirty="0" smtClean="0">
                <a:solidFill>
                  <a:srgbClr val="008000"/>
                </a:solidFill>
                <a:uFill>
                  <a:solidFill>
                    <a:srgbClr val="00B050"/>
                  </a:solidFill>
                </a:uFill>
              </a:rPr>
              <a:t>D</a:t>
            </a:r>
            <a:r>
              <a:rPr lang="en-US" altLang="zh-TW" sz="3000" u="heavy" dirty="0" smtClean="0">
                <a:solidFill>
                  <a:srgbClr val="008000"/>
                </a:solidFill>
                <a:uFill>
                  <a:solidFill>
                    <a:srgbClr val="00B050"/>
                  </a:solidFill>
                </a:uFill>
              </a:rPr>
              <a:t>o </a:t>
            </a:r>
            <a:r>
              <a:rPr lang="en-US" altLang="zh-TW" sz="3000" u="heavy" dirty="0" err="1" smtClean="0">
                <a:solidFill>
                  <a:srgbClr val="008000"/>
                </a:solidFill>
                <a:uFill>
                  <a:solidFill>
                    <a:srgbClr val="00B050"/>
                  </a:solidFill>
                </a:uFill>
              </a:rPr>
              <a:t>tdf</a:t>
            </a:r>
            <a:r>
              <a:rPr lang="en-US" altLang="zh-TW" sz="3000" u="heavy" dirty="0" smtClean="0">
                <a:solidFill>
                  <a:srgbClr val="008000"/>
                </a:solidFill>
                <a:uFill>
                  <a:solidFill>
                    <a:srgbClr val="00B050"/>
                  </a:solidFill>
                </a:uFill>
              </a:rPr>
              <a:t>-</a:t>
            </a:r>
            <a:r>
              <a:rPr lang="en-US" altLang="zh-TW" sz="3000" u="heavy" dirty="0" err="1" smtClean="0">
                <a:solidFill>
                  <a:srgbClr val="008000"/>
                </a:solidFill>
                <a:uFill>
                  <a:solidFill>
                    <a:srgbClr val="00B050"/>
                  </a:solidFill>
                </a:uFill>
              </a:rPr>
              <a:t>sim</a:t>
            </a:r>
            <a:r>
              <a:rPr lang="en-US" altLang="zh-TW" sz="3000" u="heavy" dirty="0" smtClean="0">
                <a:solidFill>
                  <a:srgbClr val="008000"/>
                </a:solidFill>
                <a:uFill>
                  <a:solidFill>
                    <a:srgbClr val="00B050"/>
                  </a:solidFill>
                </a:uFill>
              </a:rPr>
              <a:t> only with </a:t>
            </a:r>
            <a:r>
              <a:rPr lang="en-US" altLang="zh-TW" sz="3000" u="heavy" dirty="0" err="1" smtClean="0">
                <a:solidFill>
                  <a:srgbClr val="008000"/>
                </a:solidFill>
                <a:uFill>
                  <a:solidFill>
                    <a:srgbClr val="00B050"/>
                  </a:solidFill>
                </a:uFill>
              </a:rPr>
              <a:t>Tk</a:t>
            </a:r>
            <a:r>
              <a:rPr lang="en-US" altLang="zh-TW" sz="3000" u="heavy" dirty="0" smtClean="0">
                <a:solidFill>
                  <a:srgbClr val="008000"/>
                </a:solidFill>
                <a:uFill>
                  <a:solidFill>
                    <a:srgbClr val="00B050"/>
                  </a:solidFill>
                </a:uFill>
              </a:rPr>
              <a:t> </a:t>
            </a:r>
            <a:r>
              <a:rPr lang="en-US" altLang="zh-TW" sz="3000" u="heavy" dirty="0" smtClean="0">
                <a:solidFill>
                  <a:srgbClr val="008000"/>
                </a:solidFill>
                <a:uFill>
                  <a:solidFill>
                    <a:srgbClr val="00B050"/>
                  </a:solidFill>
                </a:uFill>
              </a:rPr>
              <a:t>on TFMD In k-round</a:t>
            </a:r>
            <a:r>
              <a:rPr lang="en-US" altLang="zh-TW" sz="3000" dirty="0" smtClean="0">
                <a:solidFill>
                  <a:srgbClr val="008000"/>
                </a:solidFill>
              </a:rPr>
              <a:t>.</a:t>
            </a:r>
            <a:r>
              <a:rPr lang="en-US" altLang="zh-TW" sz="3000" dirty="0" smtClean="0"/>
              <a:t>”</a:t>
            </a:r>
          </a:p>
          <a:p>
            <a:pPr>
              <a:buNone/>
            </a:pPr>
            <a:r>
              <a:rPr lang="en-US" altLang="zh-TW" sz="3000" dirty="0" smtClean="0"/>
              <a:t>“</a:t>
            </a:r>
            <a:r>
              <a:rPr lang="en-US" altLang="zh-TW" sz="3000" u="heavy" dirty="0" smtClean="0">
                <a:solidFill>
                  <a:srgbClr val="008000"/>
                </a:solidFill>
                <a:uFill>
                  <a:solidFill>
                    <a:srgbClr val="008000"/>
                  </a:solidFill>
                </a:uFill>
              </a:rPr>
              <a:t>Use memory space to exchange run-time</a:t>
            </a:r>
            <a:r>
              <a:rPr lang="en-US" altLang="zh-TW" sz="3000" dirty="0" smtClean="0">
                <a:solidFill>
                  <a:srgbClr val="008000"/>
                </a:solidFill>
              </a:rPr>
              <a:t>.</a:t>
            </a:r>
            <a:r>
              <a:rPr lang="en-US" altLang="zh-TW" sz="3000" dirty="0" smtClean="0"/>
              <a:t>”</a:t>
            </a:r>
          </a:p>
          <a:p>
            <a:pPr>
              <a:buNone/>
            </a:pPr>
            <a:endParaRPr lang="en-US" altLang="zh-TW" dirty="0" smtClean="0"/>
          </a:p>
          <a:p>
            <a:r>
              <a:rPr lang="en-US" altLang="zh-TW" dirty="0" smtClean="0"/>
              <a:t>Maintain </a:t>
            </a:r>
            <a:r>
              <a:rPr lang="en-US" altLang="zh-TW" dirty="0" smtClean="0"/>
              <a:t>last round’s result to this round. </a:t>
            </a:r>
            <a:endParaRPr lang="en-US" altLang="zh-TW" dirty="0" smtClean="0"/>
          </a:p>
          <a:p>
            <a:r>
              <a:rPr lang="en-US" altLang="zh-TW" dirty="0" smtClean="0"/>
              <a:t>Copy </a:t>
            </a:r>
            <a:r>
              <a:rPr lang="en-US" altLang="zh-TW" dirty="0" smtClean="0"/>
              <a:t>fault’s </a:t>
            </a:r>
            <a:r>
              <a:rPr lang="en-US" altLang="zh-TW" dirty="0" smtClean="0"/>
              <a:t>information before </a:t>
            </a:r>
            <a:r>
              <a:rPr lang="en-US" altLang="zh-TW" dirty="0" smtClean="0"/>
              <a:t>perform ATPG</a:t>
            </a:r>
            <a:r>
              <a:rPr lang="en-US" altLang="zh-TW" dirty="0" smtClean="0"/>
              <a:t>.</a:t>
            </a:r>
            <a:endParaRPr lang="en-US" altLang="zh-TW" dirty="0" smtClean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Part 1:</a:t>
            </a:r>
            <a:r>
              <a:rPr lang="zh-TW" altLang="en-US" dirty="0" smtClean="0"/>
              <a:t> </a:t>
            </a:r>
            <a:r>
              <a:rPr lang="en-US" altLang="zh-TW" dirty="0" smtClean="0"/>
              <a:t>New idea of TDF-ATPG</a:t>
            </a:r>
          </a:p>
          <a:p>
            <a:r>
              <a:rPr lang="en-US" altLang="zh-TW" dirty="0" smtClean="0"/>
              <a:t>Part 1: New idea of N-</a:t>
            </a:r>
            <a:r>
              <a:rPr lang="en-US" altLang="zh-TW" dirty="0" err="1" smtClean="0"/>
              <a:t>det</a:t>
            </a:r>
            <a:endParaRPr lang="en-US" altLang="zh-TW" dirty="0" smtClean="0"/>
          </a:p>
          <a:p>
            <a:r>
              <a:rPr lang="en-US" altLang="zh-TW" u="heavy" dirty="0" smtClean="0">
                <a:uFill>
                  <a:solidFill>
                    <a:srgbClr val="FF0000"/>
                  </a:solidFill>
                </a:uFill>
              </a:rPr>
              <a:t>Part 1: Result before test compression</a:t>
            </a:r>
          </a:p>
          <a:p>
            <a:r>
              <a:rPr lang="en-US" altLang="zh-TW" dirty="0" smtClean="0"/>
              <a:t>Part 2</a:t>
            </a:r>
            <a:r>
              <a:rPr lang="en-US" altLang="zh-TW" dirty="0" smtClean="0"/>
              <a:t>:</a:t>
            </a:r>
          </a:p>
          <a:p>
            <a:r>
              <a:rPr lang="en-US" altLang="zh-TW" dirty="0" smtClean="0"/>
              <a:t>Part 2</a:t>
            </a:r>
            <a:r>
              <a:rPr lang="en-US" altLang="zh-TW" dirty="0" smtClean="0"/>
              <a:t>:</a:t>
            </a:r>
            <a:endParaRPr lang="en-US" altLang="zh-TW" dirty="0" smtClean="0"/>
          </a:p>
          <a:p>
            <a:r>
              <a:rPr lang="en-US" altLang="zh-TW" dirty="0" smtClean="0"/>
              <a:t>Part 3</a:t>
            </a:r>
            <a:r>
              <a:rPr lang="en-US" altLang="zh-TW" dirty="0" smtClean="0"/>
              <a:t>:</a:t>
            </a:r>
          </a:p>
          <a:p>
            <a:r>
              <a:rPr lang="en-US" altLang="zh-TW" dirty="0" smtClean="0"/>
              <a:t>Part 3:</a:t>
            </a:r>
          </a:p>
          <a:p>
            <a:endParaRPr lang="en-US" altLang="zh-TW" dirty="0" smtClean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#</a:t>
            </a:r>
            <a:r>
              <a:rPr lang="en-US" altLang="zh-TW" dirty="0" smtClean="0"/>
              <a:t>Part1-Results:</a:t>
            </a:r>
            <a:r>
              <a:rPr lang="zh-TW" altLang="en-US" dirty="0" smtClean="0"/>
              <a:t> </a:t>
            </a:r>
            <a:r>
              <a:rPr lang="en-US" altLang="zh-TW" dirty="0" smtClean="0"/>
              <a:t>N=1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v.s</a:t>
            </a:r>
            <a:r>
              <a:rPr lang="en-US" altLang="zh-TW" dirty="0" smtClean="0"/>
              <a:t>. N=8</a:t>
            </a:r>
            <a:endParaRPr lang="zh-TW" altLang="en-US" dirty="0"/>
          </a:p>
        </p:txBody>
      </p:sp>
      <p:sp>
        <p:nvSpPr>
          <p:cNvPr id="9" name="內容版面配置區 8"/>
          <p:cNvSpPr>
            <a:spLocks noGrp="1"/>
          </p:cNvSpPr>
          <p:nvPr>
            <p:ph idx="1"/>
          </p:nvPr>
        </p:nvSpPr>
        <p:spPr>
          <a:xfrm>
            <a:off x="395536" y="1556792"/>
            <a:ext cx="8229600" cy="4525963"/>
          </a:xfrm>
        </p:spPr>
        <p:txBody>
          <a:bodyPr>
            <a:normAutofit fontScale="92500" lnSpcReduction="20000"/>
          </a:bodyPr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Test length Ratio:</a:t>
            </a:r>
          </a:p>
          <a:p>
            <a:pPr algn="ctr">
              <a:buNone/>
            </a:pPr>
            <a:r>
              <a:rPr lang="en-US" altLang="zh-TW" u="heavy" dirty="0" smtClean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</a:rPr>
              <a:t>5.1/ 5.5/ 4.0/ 6.1/ 5.0/ 4.9/ 4.4/ 4.3</a:t>
            </a:r>
          </a:p>
          <a:p>
            <a:endParaRPr lang="en-US" altLang="zh-TW" sz="3100" dirty="0" smtClean="0"/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10</a:t>
            </a:fld>
            <a:endParaRPr lang="zh-TW" altLang="en-US"/>
          </a:p>
        </p:txBody>
      </p:sp>
      <p:pic>
        <p:nvPicPr>
          <p:cNvPr id="12" name="圖片 11" descr="0606_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59632" y="1916832"/>
            <a:ext cx="2736304" cy="3176200"/>
          </a:xfrm>
          <a:prstGeom prst="rect">
            <a:avLst/>
          </a:prstGeom>
        </p:spPr>
      </p:pic>
      <p:pic>
        <p:nvPicPr>
          <p:cNvPr id="13" name="圖片 12" descr="0606_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39952" y="1916832"/>
            <a:ext cx="2880320" cy="31178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#</a:t>
            </a:r>
            <a:r>
              <a:rPr lang="en-US" altLang="zh-TW" dirty="0" smtClean="0"/>
              <a:t>Part1-Results: New </a:t>
            </a:r>
            <a:r>
              <a:rPr lang="en-US" altLang="zh-TW" dirty="0" smtClean="0"/>
              <a:t>idea in </a:t>
            </a:r>
            <a:r>
              <a:rPr lang="en-US" altLang="zh-TW" dirty="0" smtClean="0"/>
              <a:t>8-det</a:t>
            </a:r>
            <a:endParaRPr lang="zh-TW" altLang="en-US" dirty="0"/>
          </a:p>
        </p:txBody>
      </p:sp>
      <p:sp>
        <p:nvSpPr>
          <p:cNvPr id="9" name="內容版面配置區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sz="3100" dirty="0" smtClean="0"/>
              <a:t>Run-time reduction:</a:t>
            </a:r>
            <a:endParaRPr lang="en-US" altLang="zh-TW" sz="3100" dirty="0" smtClean="0"/>
          </a:p>
          <a:p>
            <a:pPr algn="ctr">
              <a:buNone/>
            </a:pPr>
            <a:r>
              <a:rPr lang="en-US" altLang="zh-TW" sz="2600" u="heavy" dirty="0" smtClean="0">
                <a:solidFill>
                  <a:srgbClr val="008000"/>
                </a:solidFill>
              </a:rPr>
              <a:t>x/ x/ 25%/ 36%/ 15%/ 38%/ 13%/ 18%/ 33</a:t>
            </a:r>
            <a:r>
              <a:rPr lang="en-US" altLang="zh-TW" sz="2600" u="heavy" dirty="0" smtClean="0">
                <a:solidFill>
                  <a:srgbClr val="008000"/>
                </a:solidFill>
              </a:rPr>
              <a:t>%</a:t>
            </a:r>
          </a:p>
          <a:p>
            <a:r>
              <a:rPr lang="en-US" altLang="zh-TW" sz="3100" dirty="0" smtClean="0"/>
              <a:t>Test pattern &amp; fault coverage are the same.</a:t>
            </a:r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11</a:t>
            </a:fld>
            <a:endParaRPr lang="zh-TW" altLang="en-US"/>
          </a:p>
        </p:txBody>
      </p:sp>
      <p:pic>
        <p:nvPicPr>
          <p:cNvPr id="8" name="圖片 7" descr="0606_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43808" y="1958453"/>
            <a:ext cx="5472608" cy="31631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uFill>
                  <a:solidFill>
                    <a:srgbClr val="FF0000"/>
                  </a:solidFill>
                </a:uFill>
              </a:rPr>
              <a:t>Part 1:</a:t>
            </a:r>
            <a:r>
              <a:rPr lang="zh-TW" altLang="en-US" dirty="0" smtClean="0">
                <a:uFill>
                  <a:solidFill>
                    <a:srgbClr val="FF0000"/>
                  </a:solidFill>
                </a:uFill>
              </a:rPr>
              <a:t> </a:t>
            </a:r>
            <a:r>
              <a:rPr lang="en-US" altLang="zh-TW" dirty="0" smtClean="0">
                <a:uFill>
                  <a:solidFill>
                    <a:srgbClr val="FF0000"/>
                  </a:solidFill>
                </a:uFill>
              </a:rPr>
              <a:t>New idea of TDF-ATPG</a:t>
            </a:r>
          </a:p>
          <a:p>
            <a:r>
              <a:rPr lang="en-US" altLang="zh-TW" dirty="0" smtClean="0"/>
              <a:t>Part 1: New idea of N-</a:t>
            </a:r>
            <a:r>
              <a:rPr lang="en-US" altLang="zh-TW" dirty="0" err="1" smtClean="0"/>
              <a:t>det</a:t>
            </a:r>
            <a:endParaRPr lang="en-US" altLang="zh-TW" dirty="0" smtClean="0"/>
          </a:p>
          <a:p>
            <a:r>
              <a:rPr lang="en-US" altLang="zh-TW" dirty="0" smtClean="0"/>
              <a:t>Part 1: Result before test compression</a:t>
            </a:r>
          </a:p>
          <a:p>
            <a:r>
              <a:rPr lang="en-US" altLang="zh-TW" dirty="0" smtClean="0"/>
              <a:t>Part 2</a:t>
            </a:r>
            <a:r>
              <a:rPr lang="en-US" altLang="zh-TW" dirty="0" smtClean="0"/>
              <a:t>:</a:t>
            </a:r>
          </a:p>
          <a:p>
            <a:r>
              <a:rPr lang="en-US" altLang="zh-TW" dirty="0" smtClean="0"/>
              <a:t>Part 2</a:t>
            </a:r>
            <a:r>
              <a:rPr lang="en-US" altLang="zh-TW" dirty="0" smtClean="0"/>
              <a:t>:</a:t>
            </a:r>
            <a:endParaRPr lang="en-US" altLang="zh-TW" dirty="0" smtClean="0"/>
          </a:p>
          <a:p>
            <a:r>
              <a:rPr lang="en-US" altLang="zh-TW" dirty="0" smtClean="0"/>
              <a:t>Part 3</a:t>
            </a:r>
            <a:r>
              <a:rPr lang="en-US" altLang="zh-TW" dirty="0" smtClean="0"/>
              <a:t>:</a:t>
            </a:r>
          </a:p>
          <a:p>
            <a:r>
              <a:rPr lang="en-US" altLang="zh-TW" dirty="0" smtClean="0"/>
              <a:t>Part 3:</a:t>
            </a:r>
          </a:p>
          <a:p>
            <a:endParaRPr lang="en-US" altLang="zh-TW" dirty="0" smtClean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Testing Group 10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都會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都會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124</TotalTime>
  <Words>441</Words>
  <Application>Microsoft Office PowerPoint</Application>
  <PresentationFormat>如螢幕大小 (4:3)</PresentationFormat>
  <Paragraphs>118</Paragraphs>
  <Slides>12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3" baseType="lpstr">
      <vt:lpstr>都會</vt:lpstr>
      <vt:lpstr>Final-Porject-Report N-detect TDF ATPG and Compression</vt:lpstr>
      <vt:lpstr>Outline </vt:lpstr>
      <vt:lpstr>New ideas: TDF-ATPG</vt:lpstr>
      <vt:lpstr>New ideas: TDF-ATPG</vt:lpstr>
      <vt:lpstr>Outline </vt:lpstr>
      <vt:lpstr>New idea: N-det</vt:lpstr>
      <vt:lpstr>New idea: N-det</vt:lpstr>
      <vt:lpstr>New idea: N-det</vt:lpstr>
      <vt:lpstr>Outline </vt:lpstr>
      <vt:lpstr>#Part1-Results: N=1 v.s. N=8</vt:lpstr>
      <vt:lpstr>#Part1-Results: New idea in 8-det</vt:lpstr>
      <vt:lpstr>Outline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Final-Porject-Report N-detect TDF ATPG and Compression</dc:title>
  <dc:creator>skype324 skype324</dc:creator>
  <cp:lastModifiedBy>skype324 skype324</cp:lastModifiedBy>
  <cp:revision>19</cp:revision>
  <dcterms:created xsi:type="dcterms:W3CDTF">2020-06-02T06:57:11Z</dcterms:created>
  <dcterms:modified xsi:type="dcterms:W3CDTF">2020-06-06T14:26:32Z</dcterms:modified>
</cp:coreProperties>
</file>